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  <a:lvl6pPr marL="1714500" indent="0" algn="ctr">
              <a:buNone/>
              <a:defRPr>
                <a:solidFill>
                  <a:schemeClr val="bg1"/>
                </a:solidFill>
              </a:defRPr>
            </a:lvl6pPr>
            <a:lvl7pPr marL="2057400" indent="0" algn="ctr">
              <a:buNone/>
              <a:defRPr>
                <a:solidFill>
                  <a:schemeClr val="bg1"/>
                </a:solidFill>
              </a:defRPr>
            </a:lvl7pPr>
            <a:lvl8pPr marL="2400300" indent="0" algn="ctr">
              <a:buNone/>
              <a:defRPr>
                <a:solidFill>
                  <a:schemeClr val="bg1"/>
                </a:solidFill>
              </a:defRPr>
            </a:lvl8pPr>
            <a:lvl9pPr marL="2743200" indent="0" algn="ctr">
              <a:buNone/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Accent Bar"/>
          <p:cNvSpPr/>
          <p:nvPr/>
        </p:nvSpPr>
        <p:spPr>
          <a:xfrm>
            <a:off x="457200" y="1085000"/>
            <a:ext cx="1143000" cy="38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171450" indent="-171450">
              <a:buFont typeface="Arial" pitchFamily="34" charset="0"/>
              <a:buChar char="•"/>
              <a:defRPr sz="1050"/>
            </a:lvl1pPr>
            <a:lvl2pPr marL="514350" indent="-171450">
              <a:buFont typeface="Arial" pitchFamily="34" charset="0"/>
              <a:buChar char="•"/>
              <a:defRPr sz="900"/>
            </a:lvl2pPr>
            <a:lvl3pPr marL="857250" indent="-171450">
              <a:buFont typeface="Arial" pitchFamily="34" charset="0"/>
              <a:buChar char="•"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Accent Bar Caption"/>
          <p:cNvSpPr/>
          <p:nvPr/>
        </p:nvSpPr>
        <p:spPr>
          <a:xfrm>
            <a:off x="457201" y="1000000"/>
            <a:ext cx="800000" cy="38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EEECE1"/>
      </a:lt2>
      <a:accent1>
        <a:srgbClr val="1A237E"/>
      </a:accent1>
      <a:accent2>
        <a:srgbClr val="00B0FF"/>
      </a:accent2>
      <a:accent3>
        <a:srgbClr val="FF9800"/>
      </a:accent3>
      <a:accent4>
        <a:srgbClr val="1A237E"/>
      </a:accent4>
      <a:accent5>
        <a:srgbClr val="00B0FF"/>
      </a:accent5>
      <a:accent6>
        <a:srgbClr val="FF9800"/>
      </a:accent6>
      <a:hlink>
        <a:srgbClr val="00B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E7E6E6"/>
      </a:lt2>
      <a:accent1>
        <a:srgbClr val="1A237E"/>
      </a:accent1>
      <a:accent2>
        <a:srgbClr val="00B0FF"/>
      </a:accent2>
      <a:accent3>
        <a:srgbClr val="FF9800"/>
      </a:accent3>
      <a:accent4>
        <a:srgbClr val="1A237E"/>
      </a:accent4>
      <a:accent5>
        <a:srgbClr val="00B0FF"/>
      </a:accent5>
      <a:accent6>
        <a:srgbClr val="FF9800"/>
      </a:accent6>
      <a:hlink>
        <a:srgbClr val="00B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